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5400">
                <a:solidFill>
                  <a:srgbClr val="FFFFFF"/>
                </a:solidFill>
              </a:defRPr>
            </a:pPr>
            <a:r>
              <a:t>Agentic AI for Seamless Retail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BB86FC"/>
                </a:solidFill>
              </a:defRPr>
            </a:pPr>
            <a:r>
              <a:t>EY Techathon 6.0 Detailed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000">
                <a:solidFill>
                  <a:srgbClr val="00BFA5"/>
                </a:solidFill>
              </a:defRPr>
            </a:pPr>
            <a:r>
              <a:t>Team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800">
                <a:solidFill>
                  <a:srgbClr val="FFFFFF"/>
                </a:solidFill>
              </a:defRPr>
            </a:pPr>
            <a:r>
              <a:t>    Team Name: [Insert Name]</a:t>
            </a:r>
            <a:br/>
            <a:r>
              <a:t>    Problem Statement: Intelligent Retail Experience</a:t>
            </a:r>
            <a:br/>
            <a:br/>
            <a:r>
              <a:t>    • Team Member 1: [Name] - [Role]</a:t>
            </a:r>
            <a:br/>
            <a:r>
              <a:t>    • Team Member 2: [Name] - [Role]</a:t>
            </a:r>
            <a:br/>
            <a:r>
              <a:t>    • Team Member 3: [Name] - [Role]</a:t>
            </a:r>
            <a:br/>
            <a:r>
              <a:t>    • Team Member 4: [Name] - [Role]</a:t>
            </a:r>
            <a:br/>
            <a:r>
              <a:t>    </a:t>
            </a:r>
            <a:br/>
            <a:r>
              <a:t>    (Please insert high-res photos and specific college details here as per requirements)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000">
                <a:solidFill>
                  <a:srgbClr val="00BFA5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600">
                <a:solidFill>
                  <a:srgbClr val="FFFFFF"/>
                </a:solidFill>
              </a:defRPr>
            </a:pPr>
            <a:r>
              <a:t>    Retail today suffers from fragmentation: customers repeat themselves across channels, leading to 34% abandonment. Our "Cognitive Retail Brain" solves this by deploying a collaborative team of 7 specialized AI agents orchestrated by LangGraph.</a:t>
            </a:r>
            <a:br/>
            <a:r>
              <a:t>    </a:t>
            </a:r>
            <a:br/>
            <a:r>
              <a:t>    Key Innovations:</a:t>
            </a:r>
            <a:br/>
            <a:r>
              <a:t>    • Unified Context: PostgreSQL persistent memory ensures a seamless conversation from mobile app to in-store kiosk.</a:t>
            </a:r>
            <a:br/>
            <a:r>
              <a:t>    • Intelligent Orchestration: A "Sales Agent" routes complex queries to specialized experts (Inventory, Loyalty, Recommendations).</a:t>
            </a:r>
            <a:br/>
            <a:r>
              <a:t>    • Business Impact: Increases conversion rates, reduces support costs, and transforms one-time buyers into loyal advocates.</a:t>
            </a:r>
            <a:br/>
            <a:r>
              <a:t>    </a:t>
            </a:r>
            <a:br/>
            <a:r>
              <a:t>    This solution is not just a chatbot; it's an enterprise-grade, stateful intelligence layer that sits on top of existing retail infrastructure, turning disconnected transactions into continuous relationships.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000">
                <a:solidFill>
                  <a:srgbClr val="00BFA5"/>
                </a:solidFill>
              </a:defRPr>
            </a:pPr>
            <a:r>
              <a:t>Problem &amp;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 rIns="182880">
            <a:spAutoFit/>
          </a:bodyPr>
          <a:lstStyle/>
          <a:p>
            <a:br/>
            <a:pPr>
              <a:defRPr sz="1800">
                <a:solidFill>
                  <a:srgbClr val="FFFFFF"/>
                </a:solidFill>
              </a:defRPr>
            </a:pPr>
            <a:r>
              <a:t>    Target Industry: Retail (Fashion/Lifestyle)</a:t>
            </a:r>
            <a:br/>
            <a:r>
              <a:t>    User Group: Omnichannel Shoppers</a:t>
            </a:r>
            <a:br/>
            <a:r>
              <a:t>    Scenario: "John" browses on mobile, visits store next day, seamlessly continues purchase.</a:t>
            </a:r>
            <a:br/>
            <a:r>
              <a:t>    </a:t>
            </a:r>
            <a:br/>
            <a:r>
              <a:t>    The Problem:</a:t>
            </a:r>
            <a:br/>
            <a:r>
              <a:t>    • Fragmented data silos</a:t>
            </a:r>
            <a:br/>
            <a:r>
              <a:t>    • Disconnected customer journeys</a:t>
            </a:r>
            <a:br/>
            <a:r>
              <a:t>    • Lack of real-time context in physical stores</a:t>
            </a:r>
            <a:br/>
            <a:r>
              <a:t>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800">
                <a:solidFill>
                  <a:srgbClr val="FFFFFF"/>
                </a:solidFill>
              </a:defRPr>
            </a:pPr>
            <a:r>
              <a:t>    The Solution:</a:t>
            </a:r>
            <a:br/>
            <a:r>
              <a:t>    • Multi-Agent System (LangGraph)</a:t>
            </a:r>
            <a:br/>
            <a:r>
              <a:t>    • Shared "Brain" (PostgreSQL + Vector DB)</a:t>
            </a:r>
            <a:br/>
            <a:r>
              <a:t>    • Real-time Inventory &amp; Loyalty Integration</a:t>
            </a:r>
            <a:br/>
            <a:r>
              <a:t>    </a:t>
            </a:r>
            <a:br/>
            <a:r>
              <a:t>    Data Flow:</a:t>
            </a:r>
            <a:br/>
            <a:r>
              <a:t>    User Input -&gt; API Gateway -&gt; Router Agent -&gt; Vector Retrieval (RAG) -&gt; Specialized Agent -&gt; Response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000">
                <a:solidFill>
                  <a:srgbClr val="00BFA5"/>
                </a:solidFill>
              </a:defRPr>
            </a:pPr>
            <a:r>
              <a:t>Methodology &amp;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    Value Proposition:</a:t>
            </a:r>
            <a:br/>
            <a:r>
              <a:t>    • For Users: Zero friction, personalized expert advice ("Sales Agent"), instant gratification.</a:t>
            </a:r>
            <a:br/>
            <a:r>
              <a:t>    • For Retailers: Higher AOV (via smart upsells), lower churn, unified customer view.</a:t>
            </a:r>
            <a:br/>
            <a:r>
              <a:t>    </a:t>
            </a:r>
            <a:br/>
            <a:r>
              <a:t>    Impact Metrics:</a:t>
            </a:r>
            <a:br/>
            <a:r>
              <a:t>    • Conversion Rate Increase (Target: +15%)</a:t>
            </a:r>
            <a:br/>
            <a:r>
              <a:t>    • Customer Retention Rate (Target: +20%)</a:t>
            </a:r>
            <a:br/>
            <a:r>
              <a:t>    • CSAT Scores (Target: 4.8/5)</a:t>
            </a:r>
            <a:br/>
            <a:r>
              <a:t>    </a:t>
            </a:r>
            <a:br/>
            <a:r>
              <a:t>    Tech Stack:</a:t>
            </a:r>
            <a:br/>
            <a:r>
              <a:t>    • Core: Python, FastAPI, LangChain/LangGraph</a:t>
            </a:r>
            <a:br/>
            <a:r>
              <a:t>    • AI/ML: OpenAI GPT-4o (Reasoning), Hugging Face (Local Niche Models), RAG (Vector DB)</a:t>
            </a:r>
            <a:br/>
            <a:r>
              <a:t>    • Data: PostgreSQL (Structured), Redis (Caching)</a:t>
            </a:r>
            <a:br/>
            <a:r>
              <a:t>    • Infrastructure: Docker, AWS/Azure Cloud</a:t>
            </a:r>
            <a:br/>
            <a:r>
              <a:t>    </a:t>
            </a:r>
            <a:br/>
            <a:r>
              <a:t>    Scalability:</a:t>
            </a:r>
            <a:br/>
            <a:r>
              <a:t>    • Stateless API design allows horizontal scaling.</a:t>
            </a:r>
            <a:br/>
            <a:r>
              <a:t>    • Asynchronous agent execution handles high concurrency.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000">
                <a:solidFill>
                  <a:srgbClr val="00BFA5"/>
                </a:solidFill>
              </a:defRPr>
            </a:pPr>
            <a:r>
              <a:t>Architecture &amp;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800">
                <a:solidFill>
                  <a:srgbClr val="FFFFFF"/>
                </a:solidFill>
              </a:defRPr>
            </a:pPr>
            <a:r>
              <a:t>    [Visual Placeholder: Architecture Diagram]</a:t>
            </a:r>
            <a:br/>
            <a:r>
              <a:t>    • Client Layer: Mobile App / Kiosk / Web</a:t>
            </a:r>
            <a:br/>
            <a:r>
              <a:t>    • Orchestration Layer: Router Agent + Intent Classifier</a:t>
            </a:r>
            <a:br/>
            <a:r>
              <a:t>    • Service Layer: Inventory, Payment, Loyalty APIs</a:t>
            </a:r>
            <a:br/>
            <a:r>
              <a:t>    • Data Layer: Vector Store (Product Knowledge), SQL (User Profile)</a:t>
            </a:r>
            <a:br/>
            <a:r>
              <a:t>    </a:t>
            </a:r>
            <a:br/>
            <a:r>
              <a:t>    [Visual Placeholder: Wireframes]</a:t>
            </a:r>
            <a:br/>
            <a:r>
              <a:t>    (Insert screenshots of the Mobile App Interface and In-Store Kiosk Interface here)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000">
                <a:solidFill>
                  <a:srgbClr val="00BFA5"/>
                </a:solidFill>
              </a:defRPr>
            </a:pPr>
            <a:r>
              <a:t>Working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800">
                <a:solidFill>
                  <a:srgbClr val="FFFFFF"/>
                </a:solidFill>
              </a:defRPr>
            </a:pPr>
            <a:r>
              <a:t>    Live Demo:</a:t>
            </a:r>
            <a:br/>
            <a:r>
              <a:t>    • We have built a fully functional prototype demonstrating the "John's Journey" flow.</a:t>
            </a:r>
            <a:br/>
            <a:r>
              <a:t>    </a:t>
            </a:r>
            <a:br/>
            <a:r>
              <a:t>    Video Link:</a:t>
            </a:r>
            <a:br/>
            <a:r>
              <a:t>    [INSERT LINK TO DEMO VIDEO HERE]</a:t>
            </a:r>
            <a:br/>
            <a:r>
              <a:t>    </a:t>
            </a:r>
            <a:br/>
            <a:r>
              <a:t>    Key Features Demoed:</a:t>
            </a:r>
            <a:br/>
            <a:r>
              <a:t>    1. Context carry-over from App to Store.</a:t>
            </a:r>
            <a:br/>
            <a:r>
              <a:t>    2. Real-time recommendation with inventory check.</a:t>
            </a:r>
            <a:br/>
            <a:r>
              <a:t>    3. Multi-agent collaboration (Sales -&gt; Loyalty -&gt; Payment).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000">
                <a:solidFill>
                  <a:srgbClr val="00BFA5"/>
                </a:solidFill>
              </a:defRPr>
            </a:pPr>
            <a: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800">
                <a:solidFill>
                  <a:srgbClr val="FFFFFF"/>
                </a:solidFill>
              </a:defRPr>
            </a:pPr>
            <a:r>
              <a:t>    Phase 1 (Current): Core Agentic Workflow &amp; Basic RAG.</a:t>
            </a:r>
            <a:br/>
            <a:r>
              <a:t>    Phase 2: Vision Multi-modal capabilities (uploaded photos).</a:t>
            </a:r>
            <a:br/>
            <a:r>
              <a:t>    Phase 3: Hyper-personalization with predictive analytics.</a:t>
            </a:r>
            <a:br/>
            <a:r>
              <a:t>    Phase 4: Voice-enabled in-store kiosk interaction.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